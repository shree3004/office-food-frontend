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7315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🍽️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Food Ordering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— Technical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3840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E2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React 19 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3840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74B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SPA Architecture 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840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Razorpay Integration 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3840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Deployed on Netlify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754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https://servebox.netlify.app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office food orders is chaotic — paper lists, WhatsApp groups, and manual tracking lead to errors, delays, and payment confusion.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212080" cy="384048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Current Pain Points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Manual order collection via chat/paper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No centralized menu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Cash handling &amp; payment tracking issues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No order history or audit trail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Catering team has no dashboard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5212080" cy="384048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ServeBox Solution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Digital ordering with live menu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Role-based access (Employee + Catering)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Integrated Razorpay payments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Complete order history &amp;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Full admin dashboard for catering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Technology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⚛️ Frontend Framework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Component-based Single Page Application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🧭 Routing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Router v7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navigation without page reloads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🧠 State Management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useState + useMemo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 React Hooks (no Redux overhead)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💾 Data Persistence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 + sessionStorage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Browser-native storage (Web Storage API)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💳 Payments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Razorpay Checkout.js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PCI-DSS compliant payment gateway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🎨 Styling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CSS + CSS Variables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Zero-dependency theming with design tokens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🚀 Deployment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Netlify (CDN)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static hosting with instant deploys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 Application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 Application (SPA) with client-side routing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LoginPage / SignUpPage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validation (5 regex rules)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👨‍💼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062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Module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CartPage + Razorpay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OrderConfirmation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👨‍🍳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Module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CRUD Operations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Map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0972800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97680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         →  LoginPage            // Authentication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59943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/signup        →  SignUpPage           // New user registration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90118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      →  EmployeeDashboard    // Browse menu, add to cart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202936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/employee/cart →  CartPage             // Cart + Razorpay payment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5504688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/employee/order-success →  OrderConfirmation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5806440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/catering      →  CateringDashboard    // Admin: menu + orders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610819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            →  Redirect to /        // Catch-all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Data Layer (storage.js)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server — Web Storage API acts as the data layer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09728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4114800"/>
                <a:gridCol w="2286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Key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office-food-users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accounts (name, password, role)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Permanent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office-food-menu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 items (seeded with 10 defaults)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Permanent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office-food-orders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placed orders with payment details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Permanent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office-food-session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sessionStorage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login (name, role, timestamp)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Tab close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89120"/>
            <a:ext cx="73152" cy="109728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Shape 4"/>
          <p:cNvSpPr/>
          <p:nvPr/>
        </p:nvSpPr>
        <p:spPr>
          <a:xfrm>
            <a:off x="530352" y="4389120"/>
            <a:ext cx="10881360" cy="1097280"/>
          </a:xfrm>
          <a:prstGeom prst="roundRect">
            <a:avLst>
              <a:gd name="adj" fmla="val 4167"/>
            </a:avLst>
          </a:prstGeom>
          <a:solidFill>
            <a:srgbClr val="2A152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Design Decision: sessionStorage for auth = auto-logout on tab close (security). localStorage for data = survives browser restarts. In production, this would be replaced with REST API + Database.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Authentication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User enters name, password, 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Real-time password validation (useMemo)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Confirm password match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Duplicate user 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Save to localStorage → redirect to 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Rules (Regex)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06240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p.length &gt;= 8     → Min 8 characters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544568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/[A-Z]/           → Uppercase letter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82896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/[a-z]/           → Lowercase letter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221224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/[0-9]/           → Digit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59552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/[^A-Za-z0-9]/    → Special character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Flow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Validate password format (same 5 rules)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findUser() — lookup by name + 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Compare password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Create session in sessionStorage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Navigate to role-based dashboard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Guard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41148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20624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protected component: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45312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 = sessionStorage.getItem(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700016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"office-food-session"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946904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5193792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(!session) {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44068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navigate("/"); // Kick to login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568756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 Employee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Live search — case-insensitive substring match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Dynamic category pills (auto-generated from data)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CSS Grid with auto-fill + minmax() — responsive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Add to cart with live quantity badges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Floating cart bar (position: fixed)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System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Increment / decrement with auto-remove at 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Live total calculation using Array.reduce()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State lifted to App.js — shared across routes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Two payment options: Razorpay / COD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Order summary with itemized breakdown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73152" cy="9144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" y="457200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2A152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React Pattern — "Lifting State Up": Cart state lives in App.js and is passed via props to EmployeeDashboard, CartPage, and Navbar. This ensures all components share the same cart data without external state libraries.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7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Razorpay Payment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"Pay with Razorpay"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API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SDK loaded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modal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(iframe)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32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details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A0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 → Callback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8B1A2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API Key injected at build time via .env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Amount in paise (₹140 = 14000)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Card data never touches our code (PCI-DSS)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Payment ID captured &amp; stored with order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Loading state prevents double-payments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Failure handler shows error reason + code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8B1A25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Architecture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017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options = {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2186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key: process.env.REACT_APP_RAZORPAY_KEY_ID,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41985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totalPrice * 100,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6210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currency: "INR",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221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handler: (response) =&gt; {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40233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response.razorpay_payment_id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42245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finishOrder(order);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44256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6268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"payment.failed": (resp) =&gt; {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48280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alert(resp.error.description);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50292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52303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54315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window.Razorpay(options).open();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👨‍🍳  Catering Admin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Management (CRUD)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Create: Modal form → auto-generate 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Read: Table view with category tags &amp; 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Update: Edit in modal → .map() replace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 Delete: Confirm dialog → .filter() remove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Toggle: Available / Unavailable status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1B3A2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420624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1B3A2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420624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1B3A2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420624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1B3A2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Dashboard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All orders in card layout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Employee name &amp; order details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Payment mode badge (Paid / COD)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 Order timestamp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Manual refresh to load new orders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Total amount per order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UI/UX &amp; Styling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Design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CSS Variables — Change --primary once, theme updates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CSS Grid — Auto-responsive menu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Media Queries — Mobile-first at 900px breakpoint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Transitions — Hover effects, smooth interactions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Zero Dependencies — No Tailwind / Bootstrap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7880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--primary: #e23744;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25696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--shadow-md: 0 4px 20px rgba(0,0,0,0.12);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672584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--radius: 12px;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919472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Highlights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Real-time password strength indicator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Floating cart bar — always accessible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Instant search — no API delay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Dynamic category filtering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Optimistic UI — instant cart updates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Fully responsive — works on mobile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Auto-logout on tab close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4617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Payment loading state (prevents double-submit)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02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Deployment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(JSX + CSS)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(Webpack)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(HTML+JS+CSS)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32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CDN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(Global Edge)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0972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4C46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URL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servebox.netlify.app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E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Process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Webpack compiles JSX → vanilla 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.env variables baked into bundle at build 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🗜️  Code minified + gzipped (~81KB JS, ~3KB CSS)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Content-hashed filenames for cache busting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228600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E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Features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Global CDN — fast worldwide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Free HTTPS (SSL certificate)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♾️  No expiration — stays live forever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 Drag &amp; drop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7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Security Considerations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8B1A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Secured (POC)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Password policy enforcement (5 rules)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PCI-DSS — Card data in Razorpay iframe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Session auto-expiry on tab close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Route guards on protected pages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HTTPS via Netlify SSL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No sensitive keys exposed (test key only)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8B1A2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Upgrades Needed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bcrypt password hashing (server-side)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JWT token-based authentication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Server-side payment verification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Rate limiting &amp; CSRF protection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Database encryption at rest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251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Input sanitization (XSS prevention)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Production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POC to production-ready 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localStorage with REST APIs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/ 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data, multi-user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95528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token-based sessions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Verify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Razorpay verification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for payment status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37490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0624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or React Native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+ iOS app store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37490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95528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trends, popular items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Project File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5120640"/>
          </a:xfrm>
          <a:prstGeom prst="roundRect">
            <a:avLst>
              <a:gd name="adj" fmla="val 178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office-food-frontend/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4416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public/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index.html         # HTML + Razorpay SDK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App.js             # Route definitions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App.css            # Complete stylesheet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index.js           # React entry point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2549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components/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7238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LoginPage.js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SignUpPage.js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EmployeeDashboard.js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1304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CartPage.js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5993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OrderConfirmation.js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30682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CateringDashboard.js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55371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Navbar.js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helpers/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04748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storage.js     # Data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29437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                   # Razorpay API key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54126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78815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build/                 # Production bundle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005840"/>
            <a:ext cx="5303520" cy="5120640"/>
          </a:xfrm>
          <a:prstGeom prst="roundRect">
            <a:avLst>
              <a:gd name="adj" fmla="val 2143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Responsibilities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45920"/>
          <a:ext cx="5029200" cy="41148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3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router + global state (cart)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+ password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SignUpPage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 + real-time rules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EmployeeDash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 browsing + search/filter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 management + Razorpay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OrderConfirm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page + payment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CateringDash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 CRUD + order viewing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Navbar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header + logout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BE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data operations (CRUD)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🎉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https://servebox.netlify.app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Login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menu → Add to cart → Pay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30175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menu → View orders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0" y="53035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ServeBox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ServeBox POC Presentation</dc:title>
  <dc:subject>Office Food Ordering - POC</dc:subject>
  <dc:creator>ServeBox Team</dc:creator>
  <cp:lastModifiedBy>ServeBox Team</cp:lastModifiedBy>
  <cp:revision>1</cp:revision>
  <dcterms:created xsi:type="dcterms:W3CDTF">2026-03-11T12:03:09Z</dcterms:created>
  <dcterms:modified xsi:type="dcterms:W3CDTF">2026-03-11T12:03:09Z</dcterms:modified>
</cp:coreProperties>
</file>
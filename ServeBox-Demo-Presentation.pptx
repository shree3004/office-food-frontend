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5142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664BAF-7292-0CE0-DF98-D4EA218685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0" y="1097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🍽️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ServeBox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Food Ordering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0" y="3657600"/>
            <a:ext cx="3931920" cy="274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POC 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846320" cy="256032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food ordering via WhatsApp/calls
•  No visibility on order status for employees
•  Catering team overwhelmed with tracking
•  No payment tracking or order history
•  Pre-orders managed manually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212080" cy="2560320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ServeBox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1031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Centralized web-based ordering platform
•  Real-time order tracking &amp; live queue
•  Catering dashboard for order management
•  COD &amp; Razorpay payment integration
•  Pre-order support for next-day meals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97280" y="44805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ServeBox digitizes the entire office food ordering workflow — from browsing the menu to picking up the meal — improving efficiency for both employees and the catering team.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59436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141732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with responsive UI, React Router for navigation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242316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APIs, JWT authentication, bcrypt password hashing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73152" cy="5943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05840" y="34290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73736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342900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with migrations, indexed queries, secure storage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1520" y="4572000"/>
            <a:ext cx="73152" cy="59436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05840" y="44348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73736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3736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Cloud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89120" y="443484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from GitHub, managed PostgreSQL, HTTPS enabled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440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31520" y="5577840"/>
            <a:ext cx="73152" cy="5943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05840" y="54406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737360" y="5532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737360" y="5852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389120" y="544068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 with test mode support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Employee Side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Browse menu by category (Breakfast, Lunch, Snacks, Beverages)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3134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Add to cart &amp; place orders (COD or Razorpay)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7523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Pre-order meals for the next day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1912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order queue with position tracking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6301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"I'm at the counter" pickup notification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Real-time status updates on orders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Catering Side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Full menu CRUD (add, edit, delete, toggle availability)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3134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Accept or ❌ Reject incoming orders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27523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Update order status (Preparing → Ready → Delivered)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1912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At-counter alerts — know when employee arrives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6301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 </a:t>
            </a: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display 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Auto-refreshing dashboard (every 5 seconds)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Security: JWT token-based authentication  •  bcrypt password hashing  •  Role-based access control  •  HTTPS on production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" y="1645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admin role for user management, analytics, and system configuration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640" y="1645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3232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1920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Daily/weekly order reports, revenue tracking, most popular items 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0120" y="310896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33832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browser/mobile notifications when order status changes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8803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63640" y="310896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63640" y="3108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Feedback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3832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can rate meals and leave feedback for the catering team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3434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60120" y="45720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60120" y="4572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28800" y="4480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28800" y="4846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for native-like experience on phones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43434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263640" y="45720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63640" y="4572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32320" y="4480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4846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meal suggestions based on ordering history and preferences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🍽️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0" y="3200400"/>
            <a:ext cx="3017520" cy="2743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servebox.onrender.com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5e6e129-f928-4a05-ae32-d838f6b21bdd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426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ServeBox - Office Food Ordering System</dc:title>
  <dc:subject>PptxGenJS Presentation</dc:subject>
  <dc:creator>ServeBox Team</dc:creator>
  <cp:lastModifiedBy>J Shree Harini</cp:lastModifiedBy>
  <cp:revision>3</cp:revision>
  <dcterms:created xsi:type="dcterms:W3CDTF">2026-04-01T11:29:50Z</dcterms:created>
  <dcterms:modified xsi:type="dcterms:W3CDTF">2026-04-07T10:16:47Z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C2 - Restricted use </vt:lpwstr>
  </property>
</Properties>
</file>
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🍽️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Food Ordering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283464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Production Application — Internal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7490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E2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7490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74B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37490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37490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37490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Render  •  PostgreSQL Cloud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53035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Shree Harini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office food orders is chaotic — paper lists, WhatsApp groups, and manual tracking lead to errors, delays, and payment confusion.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212080" cy="384048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Current Pain Points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Manual order collection via chat/paper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No centralized menu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Cash handling &amp; payment tracking issues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No order history or audit trail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Catering team has no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Data lost when browser cache clears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103120"/>
            <a:ext cx="5212080" cy="384048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ServeBox Solution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Digital ordering with live menu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Role-based access (Employee + Catering)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Integrated Razorpay payments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Complete order history &amp;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Full admin dashboard for catering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5120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Persistent PostgreSQL database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Technology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⚛️ Frontend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Component-based SPA with hooks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🧭 Routing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Router v7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navigation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🖥️ Backend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(Spring Boot 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server with Spring MVC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🗄️ 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DB with Spring Data JPA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🔐 Auth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Security + JWT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Token-based auth with BCrypt hashing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💳 Payments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Razorpay Checkout.js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PCI-DSS compliant payment 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🎨 Styling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CSS + CSS Variables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Zero-dependency theming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🚀 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 (Web Service + DB)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hosting with managed PostgreSQL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🔧 Build 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Maven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 management &amp; JAR packaging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 Full-Stack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6213E"/>
          </a:solidFill>
          <a:ln w="254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(Browser)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1887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6213E"/>
          </a:solidFill>
          <a:ln w="25400">
            <a:solidFill>
              <a:srgbClr val="74B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(Spring MVC)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11887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955280" y="11887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6213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552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552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API Endpoints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0972800" cy="2926080"/>
          </a:xfrm>
          <a:prstGeom prst="roundRect">
            <a:avLst>
              <a:gd name="adj" fmla="val 312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74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/api/auth/signup          →  Register new user (BCrypt hashing)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/api/auth/login           →  Authenticate &amp; return JWT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/api/menu                 →  Fetch all menu items (public)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/api/menu                 →  Add menu item (catering only)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/api/menu/{id}            →  Update menu item (catering only)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/api/menu/{id}           →  Delete menu item (catering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120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/api/orders               →  Fetch orders (with date/status filters)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394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/api/orders               →  Place new order (JWT protected)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/api/orders/{id}/status   →  Update order status (catering only)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/api/orders/{id}/notify   →  Mark notification sent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Database Schema (PostgreSQL)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BIGINT  PK (Auto)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VARCHAR(255)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  VARCHAR(255)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151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VARCHAR(50)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 TIMESTAMP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1887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menu_items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BIGINT  PK (Auto)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029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VARCHAR(255)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3225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 NUMERIC(10,2)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6151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 VARCHAR(100)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907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 BOOLEAN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118872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orders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0" y="17373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 VARCHAR  PK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20299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 VARCHAR(255)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3225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NUMERIC(10,2)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26151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VARCHAR(50)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29077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payment_mode  VARCHAR(50)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3200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scheduled_date  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4297680"/>
            <a:ext cx="6400800" cy="1828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25400">
            <a:solidFill>
              <a:srgbClr val="E23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343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 order_items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926080" y="4846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BIGINT PK  |  order_id VARCHAR FK  |  item_id INT  |  name VARCHAR  |  price NUMERIC  |  qty INT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← FK → order_items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Authentication &amp; 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User enters name, password, 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Frontend validates password (5 rules)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API call: POST /api/auth/signup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Backend hashes password (BCryptPasswordEncoder)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Stores in PostgreSQL users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Redirect to login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Passwords hashed with BCryptPasswordEncoder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 JWT tokens (24h expiry) for session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Spring Security filters protect all endpoints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Token stored in sessionStorage (auto-clears on tab close)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Flow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User enters credentials + role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API call: POST /api/auth/login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Backend: find user → BCrypt.matches()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On match → Generate JWT token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Token sent to frontend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Navigate to role-based dashboard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Payload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4297680"/>
            <a:ext cx="4754880" cy="1645920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389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token = Jwts.builder()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663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.setSubject(user.getName())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937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.claim("role", user.getRole())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5212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.setExpiration(new Date(+24h))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5486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.signWith(secretKey)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5760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.compact();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 Employee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Live search — instant case-insensitive filter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214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Dynamic category pills (from API data)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054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Responsive CSS Grid layout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Add to cart with quantity badges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735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Floating cart bar (always accessible)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&amp; Checkout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Increment / decrement with auto-remove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214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Live total calculation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5054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Razorpay online payment or Cash on Delivery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Order placed via API → stored in PostgreSQL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2735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Order confirmation with ID &amp; 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Order Flow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Menu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754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51760" y="4754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4754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4754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4754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754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4754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040880" y="4754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4754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call)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4754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35440" y="4754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754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7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Razorpay Payment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"Pay Online"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API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SDK loaded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modal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32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details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Success/Fail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8B1A2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API Key injected at build time via .env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Amount in paise (₹140 = 14000)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Card data never touches our code (PCI-DSS)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Payment ID stored with order in database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Loading state prevents double-payments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Failure handler shows error reason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8B1A25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Code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017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options = {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2186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key: process.env.REACT_APP_RAZORPAY_KEY_ID,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41985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totalPrice * 100, // paise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6210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currency: "INR",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221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handler: async (response) =&gt; {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40233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Save payment ID with order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42245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apiPlaceOrder({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44256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items, total, paymentMode: 'online',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6268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razorpayPaymentId: response.razorpay_payment_id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48280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50292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52303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54315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window.Razorpay(options).open();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👨‍🍳  Catering Admin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Management (CRUD)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Create: Add new item via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Read: Fetch all items from database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Update: Edit item details via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 Delete: Remove item from 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Toggle: Available / Unavailable status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Categories: Breakfast, Lunch, Snacks, Beverages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View all incoming orders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17627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Employee name &amp; order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61518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Payment mode badge (Paid / COD)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05409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Status workflow: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4930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Placed → Preparing → Ready → Delivered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9319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Notification tracking for employees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37083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Order total with itemized breakdown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 Lifecycle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8521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E23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5852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0" y="58521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5852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58521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74B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5852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0" y="58521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Order Display Screen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Public-facing display for office cafeteria / TV screen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0972800" cy="4114800"/>
          </a:xfrm>
          <a:prstGeom prst="roundRect">
            <a:avLst>
              <a:gd name="adj" fmla="val 2667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Shows all orders for the current 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Auto-refreshes to show latest order statuses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Color-coded status badges for quick visual scanning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36976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Employee name, order items, and total displayed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75888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Payment status indicator (Paid / COD)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Route: /display — can be opened on any screen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553712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Designed for large display / cafeteria monitor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992624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No login required — public-facing page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UI/UX Design &amp; Styling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Design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CSS Variables for consistent theming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CSS Grid — auto-responsive menu layout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Mobile-first responsive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Smooth hover effects &amp; transitions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Zero external CSS libraries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7880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--primary: #e23744;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25696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--shadow-md: 0 4px 20px rgba(0,0,0,0.12);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672584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--radius: 12px;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919472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Highlights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Real-time password strength indicator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1214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Floating cart bar — always accessible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5054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Instant search — no delay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8895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Dynamic category filtering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2735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Loading states on API calls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657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Fully responsive layout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0416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Auto-logout on tab close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44256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Payment loading (prevents double-submit)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80974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Order status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02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Deployment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Java JAR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Web Service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Auto-deploy on Git push to main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Build: mvn clean package + npm run build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▶️  Start: java -jar servebox.jar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Custom domain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HTTPS by default (SSL)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Environment variables for secrets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PostgreSQL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09360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Managed PostgreSQL database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SSL connections enforced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Auto-backups included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Same region as web service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Scalable as usage grows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4983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Connected via DATABASE_URL env var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 Frontend (React)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               Main router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App.css              Global styles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LoginPage.js     Authentication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SignUpPage.js     Registration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EmployeeDashboard.js  Menu + Cart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CartPage.js      Checkout + Razorpay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OrderConfirmation.js  Success page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CateringDashboard.js  Admin panel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OrderDisplay.js  Public display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Navbar.js        Navigation bar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helpers/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api.js           API client (fetch)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storage.js       Utility functions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Backend (Java Spring Boot)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src/main/java/com/servebox/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ServeBoxApplication.java   Main class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SecurityConfig.java    Spring Security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AuthController.java    Login &amp; Signup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474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MenuController.java    Menu CRUD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749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OrderController.java   Order mgmt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User.java              JPA Entity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MenuItem.java          JPA Entity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846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Order.java             JPA Entity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5120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repository/                JPA Repos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service/                   Business logic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51206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5120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8 React components  •  3 REST controllers  •  4 database tables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SMS Notifications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employees when order status changes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trends, popular items, revenue tracking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Scheduling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for future dates with scheduled delivery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&amp; Feedback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food items and provide feedback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3716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4944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Support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offices/companies on one platform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4688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603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944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(React Native)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 for iOS and Android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7490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94944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Recommendations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4944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food suggestions based on order history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48463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9377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49440" y="4983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4944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ingredients and stock levels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 — Making Office Food Simple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SPA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9319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9319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+ JWT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5520" y="39319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5486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ServeBox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ServeBox Internal Presentation</dc:title>
  <dc:subject>ServeBox — Office Food Ordering Platform</dc:subject>
  <dc:creator>ServeBox Team</dc:creator>
  <cp:lastModifiedBy>ServeBox Team</cp:lastModifiedBy>
  <cp:revision>1</cp:revision>
  <dcterms:created xsi:type="dcterms:W3CDTF">2026-03-24T07:51:50Z</dcterms:created>
  <dcterms:modified xsi:type="dcterms:W3CDTF">2026-03-24T07:51:50Z</dcterms:modified>
</cp:coreProperties>
</file>